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6" r:id="rId9"/>
    <p:sldId id="262" r:id="rId10"/>
    <p:sldId id="263" r:id="rId11"/>
    <p:sldId id="264" r:id="rId12"/>
    <p:sldId id="265" r:id="rId13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91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Click to move the slide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3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19E8815D-D4CF-45FE-ABBA-684D4F04D1A2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95320" y="746280"/>
            <a:ext cx="4970160" cy="37285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76080" y="4722840"/>
            <a:ext cx="5408640" cy="447372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4"/>
          </p:nvPr>
        </p:nvSpPr>
        <p:spPr>
          <a:xfrm>
            <a:off x="3829680" y="9443520"/>
            <a:ext cx="2929320" cy="49680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b">
            <a:noAutofit/>
          </a:bodyPr>
          <a:lstStyle>
            <a:lvl1pPr algn="r">
              <a:lnSpc>
                <a:spcPct val="100000"/>
              </a:lnSpc>
              <a:buNone/>
              <a:defRPr lang="ru-RU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4EC006-FF4F-4717-A8C6-B484FCEADD6B}" type="slidenum">
              <a:rPr lang="ru-RU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95350" y="746125"/>
            <a:ext cx="4970463" cy="3729038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76080" y="4722840"/>
            <a:ext cx="5408640" cy="447372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5"/>
          </p:nvPr>
        </p:nvSpPr>
        <p:spPr>
          <a:xfrm>
            <a:off x="3829680" y="9443520"/>
            <a:ext cx="2929320" cy="49680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b">
            <a:noAutofit/>
          </a:bodyPr>
          <a:lstStyle>
            <a:lvl1pPr algn="r">
              <a:lnSpc>
                <a:spcPct val="100000"/>
              </a:lnSpc>
              <a:buNone/>
              <a:defRPr lang="ru-RU" sz="1200" b="0" strike="noStrike" spc="-1">
                <a:solidFill>
                  <a:srgbClr val="FFFFFF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90EEDA-5B89-4D44-B1FB-91AF23C13287}" type="slidenum">
              <a:rPr lang="ru-RU" sz="1200" b="0" strike="noStrike" spc="-1">
                <a:solidFill>
                  <a:srgbClr val="FFFFFF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95350" y="746125"/>
            <a:ext cx="4970463" cy="3729038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76080" y="4722840"/>
            <a:ext cx="5408640" cy="447372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6"/>
          </p:nvPr>
        </p:nvSpPr>
        <p:spPr>
          <a:xfrm>
            <a:off x="3829680" y="9443520"/>
            <a:ext cx="2929320" cy="496800"/>
          </a:xfrm>
          <a:prstGeom prst="rect">
            <a:avLst/>
          </a:prstGeom>
          <a:noFill/>
          <a:ln w="0">
            <a:noFill/>
          </a:ln>
        </p:spPr>
        <p:txBody>
          <a:bodyPr lIns="92160" tIns="46080" rIns="92160" bIns="46080" anchor="b">
            <a:noAutofit/>
          </a:bodyPr>
          <a:lstStyle>
            <a:lvl1pPr algn="r">
              <a:lnSpc>
                <a:spcPct val="100000"/>
              </a:lnSpc>
              <a:buNone/>
              <a:defRPr lang="ru-RU" sz="1200" b="0" strike="noStrike" spc="-1">
                <a:solidFill>
                  <a:srgbClr val="FFFFFF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FDF394-AC76-4896-A383-D0ED5B7AA50B}" type="slidenum">
              <a:rPr lang="ru-RU" sz="1200" b="0" strike="noStrike" spc="-1">
                <a:solidFill>
                  <a:srgbClr val="FFFFFF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ru-RU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19440" y="1098000"/>
            <a:ext cx="9162720" cy="52268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" name="Прямоугольник 8"/>
          <p:cNvSpPr/>
          <p:nvPr/>
        </p:nvSpPr>
        <p:spPr>
          <a:xfrm>
            <a:off x="1944720" y="0"/>
            <a:ext cx="7198920" cy="1079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Прямоугольник 9"/>
          <p:cNvSpPr/>
          <p:nvPr/>
        </p:nvSpPr>
        <p:spPr>
          <a:xfrm>
            <a:off x="-17280" y="6345360"/>
            <a:ext cx="1943640" cy="539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Прямоугольник 10"/>
          <p:cNvSpPr/>
          <p:nvPr/>
        </p:nvSpPr>
        <p:spPr>
          <a:xfrm>
            <a:off x="1944720" y="6345360"/>
            <a:ext cx="7198920" cy="539640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4" name="Picture 3" descr="W:\Рабочая\!Совещания Доклады\Для слайдов\!Шаблоны фон и тд\Лого 2017-2 для презентации 0-102-204.jpg"/>
          <p:cNvPicPr/>
          <p:nvPr/>
        </p:nvPicPr>
        <p:blipFill>
          <a:blip r:embed="rId14"/>
          <a:stretch/>
        </p:blipFill>
        <p:spPr>
          <a:xfrm>
            <a:off x="-17280" y="0"/>
            <a:ext cx="1943640" cy="10796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Прямоугольник 6"/>
          <p:cNvSpPr/>
          <p:nvPr/>
        </p:nvSpPr>
        <p:spPr>
          <a:xfrm>
            <a:off x="1944720" y="0"/>
            <a:ext cx="7198920" cy="1079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Прямоугольник 8"/>
          <p:cNvSpPr/>
          <p:nvPr/>
        </p:nvSpPr>
        <p:spPr>
          <a:xfrm>
            <a:off x="1944720" y="6345360"/>
            <a:ext cx="7198920" cy="539640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45" name="Picture 3" descr="W:\Рабочая\!Совещания Доклады\Для слайдов\!Шаблоны фон и тд\Лого 2017-2 для презентации 0-102-204.jpg"/>
          <p:cNvPicPr/>
          <p:nvPr/>
        </p:nvPicPr>
        <p:blipFill>
          <a:blip r:embed="rId14"/>
          <a:stretch/>
        </p:blipFill>
        <p:spPr>
          <a:xfrm>
            <a:off x="-17280" y="0"/>
            <a:ext cx="1943640" cy="1079640"/>
          </a:xfrm>
          <a:prstGeom prst="rect">
            <a:avLst/>
          </a:prstGeom>
          <a:ln w="0">
            <a:noFill/>
          </a:ln>
        </p:spPr>
      </p:pic>
      <p:sp>
        <p:nvSpPr>
          <p:cNvPr id="46" name="Прямоугольник 12"/>
          <p:cNvSpPr/>
          <p:nvPr/>
        </p:nvSpPr>
        <p:spPr>
          <a:xfrm>
            <a:off x="-17280" y="6345360"/>
            <a:ext cx="1943640" cy="539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Номер слайда 5"/>
          <p:cNvSpPr/>
          <p:nvPr/>
        </p:nvSpPr>
        <p:spPr>
          <a:xfrm>
            <a:off x="0" y="6345360"/>
            <a:ext cx="1943280" cy="51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fld id="{EA360006-CEEA-47CC-B1B4-B96AAA88C393}" type="slidenum">
              <a:rPr lang="ru-RU" sz="2000" b="0" strike="noStrike" spc="-1">
                <a:solidFill>
                  <a:srgbClr val="FFFFFF"/>
                </a:solidFill>
                <a:latin typeface="Arial Narrow"/>
              </a:rPr>
              <a:t>‹#›</a:t>
            </a:fld>
            <a:endParaRPr lang="en-US" sz="2000" b="0" strike="noStrike" spc="-1"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Прямоугольник 6"/>
          <p:cNvSpPr/>
          <p:nvPr/>
        </p:nvSpPr>
        <p:spPr>
          <a:xfrm>
            <a:off x="1944720" y="0"/>
            <a:ext cx="7198920" cy="1079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Прямоугольник 8"/>
          <p:cNvSpPr/>
          <p:nvPr/>
        </p:nvSpPr>
        <p:spPr>
          <a:xfrm>
            <a:off x="1944720" y="6345360"/>
            <a:ext cx="7198920" cy="539640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8" name="Picture 3" descr="W:\Рабочая\!Совещания Доклады\Для слайдов\!Шаблоны фон и тд\Лого 2017-2 для презентации 0-102-204.jpg"/>
          <p:cNvPicPr/>
          <p:nvPr/>
        </p:nvPicPr>
        <p:blipFill>
          <a:blip r:embed="rId14"/>
          <a:stretch/>
        </p:blipFill>
        <p:spPr>
          <a:xfrm>
            <a:off x="-17280" y="0"/>
            <a:ext cx="1943640" cy="1079640"/>
          </a:xfrm>
          <a:prstGeom prst="rect">
            <a:avLst/>
          </a:prstGeom>
          <a:ln w="0">
            <a:noFill/>
          </a:ln>
        </p:spPr>
      </p:pic>
      <p:sp>
        <p:nvSpPr>
          <p:cNvPr id="89" name="Прямоугольник 12"/>
          <p:cNvSpPr/>
          <p:nvPr/>
        </p:nvSpPr>
        <p:spPr>
          <a:xfrm>
            <a:off x="-17280" y="6345360"/>
            <a:ext cx="1943640" cy="5396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Номер слайда 5"/>
          <p:cNvSpPr/>
          <p:nvPr/>
        </p:nvSpPr>
        <p:spPr>
          <a:xfrm>
            <a:off x="0" y="6345360"/>
            <a:ext cx="1943280" cy="51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fld id="{FCD6E967-95B7-4254-8852-DB39FB121424}" type="slidenum">
              <a:rPr lang="ru-RU" sz="2000" b="0" strike="noStrike" spc="-1">
                <a:solidFill>
                  <a:srgbClr val="FFFFFF"/>
                </a:solidFill>
                <a:latin typeface="Arial Narrow"/>
              </a:rPr>
              <a:t>‹#›</a:t>
            </a:fld>
            <a:endParaRPr lang="en-US" sz="2000" b="0" strike="noStrike" spc="-1">
              <a:latin typeface="Arial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2"/>
          <p:cNvSpPr/>
          <p:nvPr/>
        </p:nvSpPr>
        <p:spPr>
          <a:xfrm>
            <a:off x="2699640" y="6336360"/>
            <a:ext cx="7128000" cy="529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406440" indent="-406440">
              <a:lnSpc>
                <a:spcPct val="8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II 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Научно-практическая конференция «</a:t>
            </a: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PRO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движение»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296640" y="2781000"/>
            <a:ext cx="931320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4000" b="0" strike="noStrike" spc="-1">
                <a:solidFill>
                  <a:srgbClr val="FFFFFF"/>
                </a:solidFill>
                <a:latin typeface="Calibri"/>
              </a:rPr>
              <a:t>Проект по теме</a:t>
            </a:r>
            <a:r>
              <a:rPr lang="en-US" sz="4000" b="0" strike="noStrike" spc="-1">
                <a:solidFill>
                  <a:srgbClr val="FFFFFF"/>
                </a:solidFill>
                <a:latin typeface="Calibri"/>
              </a:rPr>
              <a:t>: </a:t>
            </a:r>
            <a:r>
              <a:rPr lang="ru-RU" sz="4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4000" b="0" strike="noStrike" spc="-1"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4428000" y="5085360"/>
            <a:ext cx="506304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FFFFFF"/>
                </a:solidFill>
                <a:latin typeface="Times New Roman"/>
              </a:rPr>
              <a:t>Автор проекта: Гриб Кирилл Тарасович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FFFFFF"/>
                </a:solidFill>
                <a:latin typeface="Times New Roman"/>
              </a:rPr>
              <a:t>11А класс, МАОУ "СОШ №3 г. Белоярский"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FFFFFF"/>
                </a:solidFill>
                <a:latin typeface="Times New Roman"/>
              </a:rPr>
              <a:t>Куратор проекта: Терехов А.В.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2"/>
          <p:cNvSpPr/>
          <p:nvPr/>
        </p:nvSpPr>
        <p:spPr>
          <a:xfrm>
            <a:off x="2699640" y="6339600"/>
            <a:ext cx="7128000" cy="529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406440" indent="-406440">
              <a:lnSpc>
                <a:spcPct val="8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II 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Научно-практическая конференция «</a:t>
            </a: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PRO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движение»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39" name="TextBox 4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140" name="TextBox 1"/>
          <p:cNvSpPr/>
          <p:nvPr/>
        </p:nvSpPr>
        <p:spPr>
          <a:xfrm>
            <a:off x="251640" y="1700640"/>
            <a:ext cx="856872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>
              <a:lnSpc>
                <a:spcPct val="100000"/>
              </a:lnSpc>
              <a:buNone/>
            </a:pPr>
            <a:r>
              <a:rPr lang="ru-RU" sz="2400" b="1" strike="noStrike" spc="-1" dirty="0">
                <a:solidFill>
                  <a:srgbClr val="000000"/>
                </a:solidFill>
                <a:latin typeface="Calibri"/>
              </a:rPr>
              <a:t>Цель проекта</a:t>
            </a:r>
            <a:r>
              <a:rPr lang="ru-RU" sz="2400" b="0" strike="noStrike" spc="-1" dirty="0">
                <a:solidFill>
                  <a:srgbClr val="000000"/>
                </a:solidFill>
                <a:latin typeface="Calibri"/>
              </a:rPr>
              <a:t>: помочь абитуриентам определиться с дальнейшей траекторией обучения на основе полученных баллов на ЕГЭ.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18274-AC70-4063-9A48-9026061A5927}"/>
              </a:ext>
            </a:extLst>
          </p:cNvPr>
          <p:cNvSpPr txBox="1"/>
          <p:nvPr/>
        </p:nvSpPr>
        <p:spPr>
          <a:xfrm>
            <a:off x="251640" y="3429000"/>
            <a:ext cx="85687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buNone/>
            </a:pPr>
            <a:r>
              <a:rPr lang="ru-RU" sz="2400" b="1" spc="-1" dirty="0">
                <a:solidFill>
                  <a:srgbClr val="000000"/>
                </a:solidFill>
                <a:latin typeface="Calibri"/>
              </a:rPr>
              <a:t>Задачи проекта:</a:t>
            </a:r>
            <a:endParaRPr lang="en-US" sz="2400" b="1" spc="-1" dirty="0">
              <a:solidFill>
                <a:srgbClr val="000000"/>
              </a:solidFill>
              <a:latin typeface="Calibri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lang="ru-RU" sz="2400" spc="-1" dirty="0">
                <a:solidFill>
                  <a:srgbClr val="000000"/>
                </a:solidFill>
                <a:latin typeface="Calibri"/>
              </a:rPr>
              <a:t>Выявить проблемы выпускников, связанных с выбором профессии.</a:t>
            </a:r>
            <a:endParaRPr lang="en-US" sz="2400" spc="-1" dirty="0">
              <a:solidFill>
                <a:srgbClr val="000000"/>
              </a:solidFill>
              <a:latin typeface="Calibri"/>
            </a:endParaRPr>
          </a:p>
          <a:p>
            <a:pPr marL="343080" indent="-343080" algn="just">
              <a:lnSpc>
                <a:spcPct val="100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lang="ru-RU" sz="2400" spc="-1" dirty="0">
                <a:solidFill>
                  <a:srgbClr val="000000"/>
                </a:solidFill>
                <a:latin typeface="Calibri"/>
              </a:rPr>
              <a:t>Создать чат-бот, позволяющий определиться со специальностью.</a:t>
            </a:r>
            <a:endParaRPr lang="en-US" sz="2400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0" name="Рисунок 5">
            <a:extLst>
              <a:ext uri="{FF2B5EF4-FFF2-40B4-BE49-F238E27FC236}">
                <a16:creationId xmlns:a16="http://schemas.microsoft.com/office/drawing/2014/main" id="{E1A86248-CD25-41B3-B8C3-F594AB841A7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31640" y="7116677"/>
            <a:ext cx="8280720" cy="4977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pic>
        <p:nvPicPr>
          <p:cNvPr id="142" name="Рисунок 5"/>
          <p:cNvPicPr/>
          <p:nvPr/>
        </p:nvPicPr>
        <p:blipFill>
          <a:blip r:embed="rId2"/>
          <a:stretch/>
        </p:blipFill>
        <p:spPr>
          <a:xfrm>
            <a:off x="431640" y="1247440"/>
            <a:ext cx="8280720" cy="4977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175440" y="1235865"/>
            <a:ext cx="8568720" cy="30455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>
              <a:lnSpc>
                <a:spcPct val="100000"/>
              </a:lnSpc>
              <a:buNone/>
            </a:pPr>
            <a:r>
              <a:rPr lang="ru-RU" sz="2400" b="1" strike="noStrike" spc="-1" dirty="0">
                <a:solidFill>
                  <a:srgbClr val="000000"/>
                </a:solidFill>
                <a:latin typeface="Calibri"/>
              </a:rPr>
              <a:t>Изученные технологии, позволяющие реализовать поставленные задачи:</a:t>
            </a:r>
            <a:endParaRPr lang="en-US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lang="ru-RU" sz="2400" b="0" strike="noStrike" spc="-1" dirty="0">
                <a:solidFill>
                  <a:srgbClr val="000000"/>
                </a:solidFill>
                <a:latin typeface="Calibri"/>
              </a:rPr>
              <a:t>Язык программирования </a:t>
            </a:r>
            <a:r>
              <a:rPr lang="en-US" sz="2400" b="0" strike="noStrike" spc="-1" dirty="0">
                <a:solidFill>
                  <a:srgbClr val="000000"/>
                </a:solidFill>
                <a:latin typeface="Calibri"/>
              </a:rPr>
              <a:t>Python</a:t>
            </a:r>
            <a:endParaRPr lang="en-US" sz="2400" b="0" strike="noStrike" spc="-1" dirty="0">
              <a:latin typeface="Arial"/>
            </a:endParaRPr>
          </a:p>
          <a:p>
            <a:pPr marL="457200" indent="-457200" algn="just">
              <a:lnSpc>
                <a:spcPct val="100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lang="ru-RU" sz="2400" b="0" strike="noStrike" spc="-1" dirty="0">
                <a:solidFill>
                  <a:srgbClr val="000000"/>
                </a:solidFill>
                <a:latin typeface="Calibri"/>
              </a:rPr>
              <a:t>Библиотеки </a:t>
            </a:r>
            <a:endParaRPr lang="en-US" sz="2400" b="0" strike="noStrike" spc="-1" dirty="0">
              <a:latin typeface="Arial"/>
            </a:endParaRPr>
          </a:p>
          <a:p>
            <a:pPr marL="623880" indent="-2602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</a:rPr>
              <a:t>python-telegram-bot</a:t>
            </a:r>
            <a:endParaRPr lang="en-US" sz="2400" b="0" strike="noStrike" spc="-1" dirty="0">
              <a:latin typeface="Arial"/>
            </a:endParaRPr>
          </a:p>
          <a:p>
            <a:pPr marL="623880" indent="-2602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</a:rPr>
              <a:t>SQLite</a:t>
            </a:r>
            <a:endParaRPr lang="en-US" sz="2400" b="0" strike="noStrike" spc="-1" dirty="0">
              <a:latin typeface="Arial"/>
            </a:endParaRPr>
          </a:p>
          <a:p>
            <a:pPr marL="623880" indent="-2602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</a:rPr>
              <a:t>logging</a:t>
            </a:r>
            <a:endParaRPr lang="en-US" sz="2400" b="0" strike="noStrike" spc="-1" dirty="0">
              <a:latin typeface="Arial"/>
            </a:endParaRPr>
          </a:p>
          <a:p>
            <a:pPr marL="623880" indent="-26028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</a:rPr>
              <a:t>re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145" name="Рисунок 4"/>
          <p:cNvPicPr/>
          <p:nvPr/>
        </p:nvPicPr>
        <p:blipFill>
          <a:blip r:embed="rId2"/>
          <a:stretch/>
        </p:blipFill>
        <p:spPr>
          <a:xfrm>
            <a:off x="9305625" y="3424855"/>
            <a:ext cx="2682360" cy="1332185"/>
          </a:xfrm>
          <a:prstGeom prst="rect">
            <a:avLst/>
          </a:prstGeom>
          <a:ln w="0">
            <a:noFill/>
          </a:ln>
        </p:spPr>
      </p:pic>
      <p:pic>
        <p:nvPicPr>
          <p:cNvPr id="146" name="Рисунок 5"/>
          <p:cNvPicPr/>
          <p:nvPr/>
        </p:nvPicPr>
        <p:blipFill>
          <a:blip r:embed="rId3"/>
          <a:stretch/>
        </p:blipFill>
        <p:spPr>
          <a:xfrm>
            <a:off x="9926985" y="1845520"/>
            <a:ext cx="1439640" cy="1439640"/>
          </a:xfrm>
          <a:prstGeom prst="rect">
            <a:avLst/>
          </a:prstGeom>
          <a:ln w="0">
            <a:noFill/>
          </a:ln>
        </p:spPr>
      </p:pic>
      <p:pic>
        <p:nvPicPr>
          <p:cNvPr id="147" name="Рисунок 6"/>
          <p:cNvPicPr/>
          <p:nvPr/>
        </p:nvPicPr>
        <p:blipFill>
          <a:blip r:embed="rId4"/>
          <a:stretch/>
        </p:blipFill>
        <p:spPr>
          <a:xfrm>
            <a:off x="9420090" y="4692750"/>
            <a:ext cx="2644200" cy="1439640"/>
          </a:xfrm>
          <a:prstGeom prst="rect">
            <a:avLst/>
          </a:prstGeom>
          <a:ln w="0">
            <a:noFill/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4A8B295-A17F-4E7B-9C74-8347D21AE15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2813" t="38333" r="22014" b="28194"/>
          <a:stretch/>
        </p:blipFill>
        <p:spPr>
          <a:xfrm>
            <a:off x="-2092028" y="1119765"/>
            <a:ext cx="1986735" cy="23130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3250"/>
                                  </p:stCondLst>
                                  <p:childTnLst>
                                    <p:animMotion origin="layout" path="M -0.00608 -0.00277 L -0.3224 -0.00463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16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250"/>
                            </p:stCondLst>
                            <p:childTnLst>
                              <p:par>
                                <p:cTn id="8" presetID="42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00608 -0.00277 L -0.3224 -0.00463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16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750"/>
                            </p:stCondLst>
                            <p:childTnLst>
                              <p:par>
                                <p:cTn id="11" presetID="42" presetClass="path" presetSubtype="0" accel="50000" decel="5000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00608 -0.00277 L -0.3224 -0.00463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16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2804D8F-476E-44FB-9F52-F70DB01650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90" t="44188" b="-1"/>
          <a:stretch/>
        </p:blipFill>
        <p:spPr>
          <a:xfrm>
            <a:off x="1945481" y="1942661"/>
            <a:ext cx="5253038" cy="339722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A76E4F0-A462-443E-A477-97193CD560E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690" t="44186"/>
          <a:stretch/>
        </p:blipFill>
        <p:spPr>
          <a:xfrm>
            <a:off x="1945481" y="1942661"/>
            <a:ext cx="5253037" cy="3397220"/>
          </a:xfrm>
          <a:prstGeom prst="rect">
            <a:avLst/>
          </a:prstGeom>
        </p:spPr>
      </p:pic>
      <p:sp>
        <p:nvSpPr>
          <p:cNvPr id="148" name="TextBox 1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2467560" y="1119765"/>
            <a:ext cx="428436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2400" b="1" strike="noStrike" spc="-1" dirty="0">
                <a:solidFill>
                  <a:srgbClr val="000000"/>
                </a:solidFill>
                <a:latin typeface="Calibri"/>
              </a:rPr>
              <a:t>Приветственное окно чат-бота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41127F-2CC6-4B39-9A20-6DC041E4C0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2813" t="38333" r="22014" b="28194"/>
          <a:stretch/>
        </p:blipFill>
        <p:spPr>
          <a:xfrm>
            <a:off x="99240" y="1119765"/>
            <a:ext cx="1986735" cy="23130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E3293CDB-6969-44C4-BDD9-FDA1B28020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028" t="75462" r="44339" b="7090"/>
          <a:stretch/>
        </p:blipFill>
        <p:spPr>
          <a:xfrm>
            <a:off x="230935" y="3332910"/>
            <a:ext cx="2905126" cy="116205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B13CEA0-934B-4DC7-B61E-28A86B19DF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06" t="80804" r="34867" b="7440"/>
          <a:stretch/>
        </p:blipFill>
        <p:spPr>
          <a:xfrm>
            <a:off x="5631793" y="3537697"/>
            <a:ext cx="3366998" cy="752476"/>
          </a:xfrm>
          <a:prstGeom prst="rect">
            <a:avLst/>
          </a:prstGeom>
        </p:spPr>
      </p:pic>
      <p:sp>
        <p:nvSpPr>
          <p:cNvPr id="148" name="TextBox 1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41127F-2CC6-4B39-9A20-6DC041E4C0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2813" t="38333" r="22014" b="28194"/>
          <a:stretch/>
        </p:blipFill>
        <p:spPr>
          <a:xfrm>
            <a:off x="-2224860" y="1119765"/>
            <a:ext cx="1986735" cy="2313059"/>
          </a:xfrm>
          <a:prstGeom prst="rect">
            <a:avLst/>
          </a:prstGeom>
        </p:spPr>
      </p:pic>
      <p:sp>
        <p:nvSpPr>
          <p:cNvPr id="7" name="TextBox 3">
            <a:extLst>
              <a:ext uri="{FF2B5EF4-FFF2-40B4-BE49-F238E27FC236}">
                <a16:creationId xmlns:a16="http://schemas.microsoft.com/office/drawing/2014/main" id="{278AF086-ABC9-4E03-82EB-0CB285CA43B2}"/>
              </a:ext>
            </a:extLst>
          </p:cNvPr>
          <p:cNvSpPr/>
          <p:nvPr/>
        </p:nvSpPr>
        <p:spPr>
          <a:xfrm>
            <a:off x="287640" y="1119765"/>
            <a:ext cx="856872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2400" b="1" strike="noStrike" spc="-1" dirty="0">
                <a:solidFill>
                  <a:srgbClr val="000000"/>
                </a:solidFill>
                <a:latin typeface="Calibri"/>
              </a:rPr>
              <a:t>Инструменты для сохранения / редактирования баллов ЕГЭ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8D5A038-3BE5-4D3B-9E6E-20887A30843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633" t="32095" r="31812" b="6954"/>
          <a:stretch/>
        </p:blipFill>
        <p:spPr>
          <a:xfrm>
            <a:off x="0" y="2089637"/>
            <a:ext cx="3366997" cy="3648599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2D8CFBB-99D3-46C4-974B-7CE29E6A3C5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633" t="32095" r="31812" b="6954"/>
          <a:stretch/>
        </p:blipFill>
        <p:spPr>
          <a:xfrm>
            <a:off x="5624605" y="2089636"/>
            <a:ext cx="3366997" cy="364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6460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B7F0B0-AF2C-4398-839C-366C86E66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947" y="3016461"/>
            <a:ext cx="2460105" cy="13049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484A9F-7962-45A0-9586-30C46C55C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43342" y="1561050"/>
            <a:ext cx="3473862" cy="4765895"/>
          </a:xfrm>
          <a:prstGeom prst="rect">
            <a:avLst/>
          </a:prstGeom>
          <a:noFill/>
          <a:effectLst>
            <a:softEdge rad="0"/>
          </a:effectLst>
        </p:spPr>
      </p:pic>
      <p:sp>
        <p:nvSpPr>
          <p:cNvPr id="156" name="TextBox 1"/>
          <p:cNvSpPr/>
          <p:nvPr/>
        </p:nvSpPr>
        <p:spPr>
          <a:xfrm>
            <a:off x="683640" y="1196640"/>
            <a:ext cx="856872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2400" b="1" strike="noStrike" spc="-1">
                <a:solidFill>
                  <a:srgbClr val="000000"/>
                </a:solidFill>
                <a:latin typeface="Calibri"/>
              </a:rPr>
              <a:t>Окно поиска специальностей в ВУЗах</a:t>
            </a:r>
            <a:endParaRPr lang="en-US" sz="2400" b="0" strike="noStrike" spc="-1">
              <a:latin typeface="Arial"/>
            </a:endParaRPr>
          </a:p>
        </p:txBody>
      </p:sp>
      <p:sp>
        <p:nvSpPr>
          <p:cNvPr id="157" name="TextBox 2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690169-BBF1-4154-BE62-30EE3E50D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425" y="1190533"/>
            <a:ext cx="3143675" cy="3143675"/>
          </a:xfrm>
          <a:prstGeom prst="ellipse">
            <a:avLst/>
          </a:prstGeom>
          <a:ln>
            <a:noFill/>
          </a:ln>
          <a:effectLst>
            <a:softEdge rad="63500"/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1"/>
          <p:cNvSpPr/>
          <p:nvPr/>
        </p:nvSpPr>
        <p:spPr>
          <a:xfrm>
            <a:off x="3400424" y="2162932"/>
            <a:ext cx="5629701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400" b="0" strike="noStrike" spc="-1" dirty="0">
                <a:solidFill>
                  <a:srgbClr val="000000"/>
                </a:solidFill>
                <a:latin typeface="Calibri"/>
              </a:rPr>
              <a:t>С помощью данного калькулятора выпускник может быстро узнать в какие ВУЗы у него есть возможность поступить. 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160" name="TextBox 2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>
              <a:latin typeface="Arial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705703C-0857-4F98-8E4B-6D28B0D38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5" y="1190533"/>
            <a:ext cx="3143675" cy="3143675"/>
          </a:xfrm>
          <a:prstGeom prst="ellipse">
            <a:avLst/>
          </a:prstGeom>
          <a:ln>
            <a:noFill/>
          </a:ln>
          <a:effectLst>
            <a:softEdge rad="6350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B7EDFD-A277-4F20-B813-5E840BCDD1B0}"/>
              </a:ext>
            </a:extLst>
          </p:cNvPr>
          <p:cNvSpPr txBox="1"/>
          <p:nvPr/>
        </p:nvSpPr>
        <p:spPr>
          <a:xfrm>
            <a:off x="509375" y="4520821"/>
            <a:ext cx="8125250" cy="1200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400" spc="-1" dirty="0">
                <a:solidFill>
                  <a:srgbClr val="000000"/>
                </a:solidFill>
                <a:latin typeface="Calibri"/>
              </a:rPr>
              <a:t>Такой калькулятор можно разместить на любом школьном сайте или сайтах колледжей для большего охвата выпускников.</a:t>
            </a:r>
            <a:endParaRPr lang="en-US" sz="2400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Прямоугольник 1"/>
          <p:cNvSpPr/>
          <p:nvPr/>
        </p:nvSpPr>
        <p:spPr>
          <a:xfrm>
            <a:off x="2728772" y="1268640"/>
            <a:ext cx="4196575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2800" b="1" strike="noStrike" spc="-1" dirty="0">
                <a:solidFill>
                  <a:srgbClr val="000000"/>
                </a:solidFill>
                <a:latin typeface="Calibri"/>
              </a:rPr>
              <a:t>Что добавить в будущем?</a:t>
            </a:r>
            <a:endParaRPr lang="en-US" sz="2800" b="0" strike="noStrike" spc="-1" dirty="0"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323640" y="2499810"/>
            <a:ext cx="8496720" cy="25223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1.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Получение информации о специальностях в реальном времени по средствам технологии </a:t>
            </a: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API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.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algn="ctr">
              <a:lnSpc>
                <a:spcPct val="100000"/>
              </a:lnSpc>
              <a:buClr>
                <a:srgbClr val="000000"/>
              </a:buClr>
            </a:pPr>
            <a:endParaRPr lang="en-US" sz="28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Clr>
                <a:srgbClr val="000000"/>
              </a:buClr>
            </a:pPr>
            <a:endParaRPr lang="en-US" sz="28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Clr>
                <a:srgbClr val="000000"/>
              </a:buClr>
            </a:pPr>
            <a:r>
              <a:rPr lang="en-US" sz="2800" spc="-1" dirty="0">
                <a:solidFill>
                  <a:srgbClr val="000000"/>
                </a:solidFill>
                <a:latin typeface="Calibri"/>
              </a:rPr>
              <a:t>2.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Сохранение выбранных пользователем вузов.</a:t>
            </a:r>
            <a:endParaRPr lang="en-US" sz="28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lang="en-US" sz="1800" b="0" strike="noStrike" spc="-1" dirty="0"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 dirty="0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 dirty="0">
              <a:latin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2082798-7C00-40F8-BF36-537F97CEE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0425" y="1190533"/>
            <a:ext cx="3143675" cy="3143675"/>
          </a:xfrm>
          <a:prstGeom prst="ellipse">
            <a:avLst/>
          </a:prstGeom>
          <a:ln>
            <a:noFill/>
          </a:ln>
          <a:effectLst>
            <a:softEdge rad="63500"/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Прямоугольник 1"/>
          <p:cNvSpPr/>
          <p:nvPr/>
        </p:nvSpPr>
        <p:spPr>
          <a:xfrm>
            <a:off x="1924200" y="2709000"/>
            <a:ext cx="7219440" cy="3600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5" name="Text Box 10"/>
          <p:cNvSpPr/>
          <p:nvPr/>
        </p:nvSpPr>
        <p:spPr>
          <a:xfrm>
            <a:off x="2195640" y="1854360"/>
            <a:ext cx="6278760" cy="686160"/>
          </a:xfrm>
          <a:prstGeom prst="rect">
            <a:avLst/>
          </a:prstGeom>
          <a:noFill/>
          <a:ln w="9525">
            <a:noFill/>
          </a:ln>
          <a:effectLst>
            <a:glow rad="101520">
              <a:srgbClr val="000000">
                <a:alpha val="60000"/>
              </a:srgb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7040" tIns="38520" rIns="77040" bIns="38520" anchor="t">
            <a:spAutoFit/>
          </a:bodyPr>
          <a:lstStyle/>
          <a:p>
            <a:pPr>
              <a:lnSpc>
                <a:spcPct val="100000"/>
              </a:lnSpc>
              <a:spcBef>
                <a:spcPts val="2001"/>
              </a:spcBef>
              <a:buNone/>
            </a:pPr>
            <a:r>
              <a:rPr lang="ru-RU" sz="4000" b="1" strike="noStrike" spc="-1">
                <a:solidFill>
                  <a:srgbClr val="003366"/>
                </a:solidFill>
                <a:latin typeface="Arial Narrow"/>
              </a:rPr>
              <a:t>Спасибо за внимание!</a:t>
            </a:r>
            <a:endParaRPr lang="en-US" sz="4000" b="0" strike="noStrike" spc="-1">
              <a:latin typeface="Arial"/>
            </a:endParaRPr>
          </a:p>
        </p:txBody>
      </p:sp>
      <p:sp>
        <p:nvSpPr>
          <p:cNvPr id="166" name="Rectangle 12"/>
          <p:cNvSpPr/>
          <p:nvPr/>
        </p:nvSpPr>
        <p:spPr>
          <a:xfrm>
            <a:off x="2015640" y="6355800"/>
            <a:ext cx="7128000" cy="5292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406440" indent="-406440">
              <a:lnSpc>
                <a:spcPct val="8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II 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Научно-практическая конференция «</a:t>
            </a:r>
            <a:r>
              <a:rPr lang="en-US" sz="2000" b="0" strike="noStrike" spc="-1">
                <a:solidFill>
                  <a:srgbClr val="FFFFFF"/>
                </a:solidFill>
                <a:latin typeface="Arial Narrow"/>
              </a:rPr>
              <a:t>PRO</a:t>
            </a:r>
            <a:r>
              <a:rPr lang="ru-RU" sz="2000" b="0" strike="noStrike" spc="-1">
                <a:solidFill>
                  <a:srgbClr val="FFFFFF"/>
                </a:solidFill>
                <a:latin typeface="Arial Narrow"/>
              </a:rPr>
              <a:t>движение»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48A203D9-3CFA-462C-99FD-EF9BB33279E5}"/>
              </a:ext>
            </a:extLst>
          </p:cNvPr>
          <p:cNvSpPr/>
          <p:nvPr/>
        </p:nvSpPr>
        <p:spPr>
          <a:xfrm>
            <a:off x="2555640" y="210600"/>
            <a:ext cx="604836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3000" b="0" strike="noStrike" spc="-1" dirty="0">
                <a:solidFill>
                  <a:srgbClr val="FFFFFF"/>
                </a:solidFill>
                <a:latin typeface="Calibri"/>
              </a:rPr>
              <a:t>Калькулятор ЕГЭ</a:t>
            </a:r>
            <a:endParaRPr lang="en-US" sz="3000" b="0" strike="noStrike" spc="-1" dirty="0">
              <a:latin typeface="Arial"/>
            </a:endParaRPr>
          </a:p>
        </p:txBody>
      </p:sp>
    </p:spTree>
  </p:cSld>
  <p:clrMapOvr>
    <a:masterClrMapping/>
  </p:clrMapOvr>
  <p:transition spd="slow">
    <p:wipe dir="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9271</TotalTime>
  <Words>205</Words>
  <Application>Microsoft Office PowerPoint</Application>
  <PresentationFormat>Экран (4:3)</PresentationFormat>
  <Paragraphs>41</Paragraphs>
  <Slides>10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10</vt:i4>
      </vt:variant>
    </vt:vector>
  </HeadingPairs>
  <TitlesOfParts>
    <vt:vector size="20" baseType="lpstr">
      <vt:lpstr>Arial</vt:lpstr>
      <vt:lpstr>Arial Narrow</vt:lpstr>
      <vt:lpstr>Calibri</vt:lpstr>
      <vt:lpstr>StarSymbol</vt:lpstr>
      <vt:lpstr>Symbol</vt:lpstr>
      <vt:lpstr>Times New Roman</vt:lpstr>
      <vt:lpstr>Wingdings</vt:lpstr>
      <vt:lpstr>Office Theme</vt:lpstr>
      <vt:lpstr>Office Theme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subject/>
  <dc:creator>Елизавета Ю. Теличко</dc:creator>
  <dc:description/>
  <cp:lastModifiedBy>The Lost30</cp:lastModifiedBy>
  <cp:revision>640</cp:revision>
  <cp:lastPrinted>2019-03-18T08:00:50Z</cp:lastPrinted>
  <dcterms:created xsi:type="dcterms:W3CDTF">2017-05-11T09:01:55Z</dcterms:created>
  <dcterms:modified xsi:type="dcterms:W3CDTF">2023-04-28T16:45:37Z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Экран (4:3)</vt:lpwstr>
  </property>
  <property fmtid="{D5CDD505-2E9C-101B-9397-08002B2CF9AE}" pid="4" name="Slides">
    <vt:i4>10</vt:i4>
  </property>
</Properties>
</file>